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getPlaced Hackathon Presentation</dc:title>
  <dc:subject>Product showcase</dc:subject>
  <dc:creator>TheMentalists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